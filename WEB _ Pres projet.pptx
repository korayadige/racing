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Archivo Light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Archivo"/>
      <p:regular r:id="rId29"/>
      <p:bold r:id="rId30"/>
      <p:italic r:id="rId31"/>
      <p:boldItalic r:id="rId32"/>
    </p:embeddedFont>
    <p:embeddedFont>
      <p:font typeface="Archivo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33" Type="http://schemas.openxmlformats.org/officeDocument/2006/relationships/font" Target="fonts/ArchivoSemiBold-regular.fntdata"/><Relationship Id="rId32" Type="http://schemas.openxmlformats.org/officeDocument/2006/relationships/font" Target="fonts/Archivo-boldItalic.fntdata"/><Relationship Id="rId35" Type="http://schemas.openxmlformats.org/officeDocument/2006/relationships/font" Target="fonts/ArchivoSemiBold-italic.fntdata"/><Relationship Id="rId34" Type="http://schemas.openxmlformats.org/officeDocument/2006/relationships/font" Target="fonts/ArchivoSemiBold-bold.fntdata"/><Relationship Id="rId36" Type="http://schemas.openxmlformats.org/officeDocument/2006/relationships/font" Target="fonts/ArchivoSemiBold-boldItalic.fntdata"/><Relationship Id="rId20" Type="http://schemas.openxmlformats.org/officeDocument/2006/relationships/slide" Target="slides/slide14.xml"/><Relationship Id="rId22" Type="http://schemas.openxmlformats.org/officeDocument/2006/relationships/font" Target="fonts/ArchivoLight-bold.fntdata"/><Relationship Id="rId21" Type="http://schemas.openxmlformats.org/officeDocument/2006/relationships/font" Target="fonts/ArchivoLight-regular.fntdata"/><Relationship Id="rId24" Type="http://schemas.openxmlformats.org/officeDocument/2006/relationships/font" Target="fonts/ArchivoLight-boldItalic.fntdata"/><Relationship Id="rId23" Type="http://schemas.openxmlformats.org/officeDocument/2006/relationships/font" Target="fonts/ArchivoLight-italic.fntdata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29" Type="http://schemas.openxmlformats.org/officeDocument/2006/relationships/font" Target="fonts/Archiv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85951fe9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e85951fe9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a7b70425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a7b70425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a7b704258_1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ea7b704258_1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a7b704258_1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a7b704258_1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a8cf4b344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a8cf4b344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a8cf4b344_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a8cf4b344_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a8cf4b344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a8cf4b344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e85951fe9f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e85951fe9f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85951fe9f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e85951fe9f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aaf73a5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eaaf73a5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85951fe9f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e85951fe9f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eaaf73a5cd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eaaf73a5c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aaf73a5c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eaaf73a5c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85951fe9f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e85951fe9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2">
  <p:cSld name="CUSTOM_20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>
            <p:ph idx="2" type="pic"/>
          </p:nvPr>
        </p:nvSpPr>
        <p:spPr>
          <a:xfrm>
            <a:off x="5859475" y="465625"/>
            <a:ext cx="2917200" cy="4316700"/>
          </a:xfrm>
          <a:prstGeom prst="roundRect">
            <a:avLst>
              <a:gd fmla="val 3546" name="adj"/>
            </a:avLst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anchorCtr="0" anchor="b" bIns="0" lIns="0" spcFirstLastPara="1" rIns="13715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3">
  <p:cSld name="CUSTOM_2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4918050" y="3138700"/>
            <a:ext cx="36759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918050" y="3409900"/>
            <a:ext cx="3675900" cy="1233000"/>
          </a:xfrm>
          <a:prstGeom prst="rect">
            <a:avLst/>
          </a:prstGeom>
        </p:spPr>
        <p:txBody>
          <a:bodyPr anchorCtr="0" anchor="t" bIns="0" lIns="0" spcFirstLastPara="1" rIns="0" wrap="square" tIns="13715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71" name="Google Shape;71;p16"/>
          <p:cNvSpPr/>
          <p:nvPr>
            <p:ph idx="3" type="pic"/>
          </p:nvPr>
        </p:nvSpPr>
        <p:spPr>
          <a:xfrm>
            <a:off x="4637425" y="1066100"/>
            <a:ext cx="4140600" cy="1806600"/>
          </a:xfrm>
          <a:prstGeom prst="roundRect">
            <a:avLst>
              <a:gd fmla="val 14555" name="adj"/>
            </a:avLst>
          </a:prstGeom>
          <a:noFill/>
          <a:ln>
            <a:noFill/>
          </a:ln>
        </p:spPr>
      </p:sp>
      <p:sp>
        <p:nvSpPr>
          <p:cNvPr id="72" name="Google Shape;72;p16"/>
          <p:cNvSpPr txBox="1"/>
          <p:nvPr>
            <p:ph idx="4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61975" y="1066100"/>
            <a:ext cx="41364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5" type="subTitle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subtitles">
  <p:cSld name="CUSTOM_2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2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61975" y="1066100"/>
            <a:ext cx="6239100" cy="4551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9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361975" y="552775"/>
            <a:ext cx="8343600" cy="2122800"/>
          </a:xfrm>
          <a:prstGeom prst="rect">
            <a:avLst/>
          </a:prstGeom>
        </p:spPr>
        <p:txBody>
          <a:bodyPr anchorCtr="0" anchor="t" bIns="137150" lIns="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361975" y="3014385"/>
            <a:ext cx="5008500" cy="1763100"/>
          </a:xfrm>
          <a:prstGeom prst="rect">
            <a:avLst/>
          </a:prstGeom>
        </p:spPr>
        <p:txBody>
          <a:bodyPr anchorCtr="0" anchor="b" bIns="0" lIns="0" spcFirstLastPara="1" rIns="13715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2_3_1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>
            <p:ph hasCustomPrompt="1" type="title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9"/>
          <p:cNvSpPr txBox="1"/>
          <p:nvPr>
            <p:ph hasCustomPrompt="1" idx="2" type="title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9"/>
          <p:cNvSpPr txBox="1"/>
          <p:nvPr>
            <p:ph hasCustomPrompt="1" idx="3" type="title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/>
          <p:nvPr>
            <p:ph hasCustomPrompt="1" idx="4" type="title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9"/>
          <p:cNvSpPr txBox="1"/>
          <p:nvPr>
            <p:ph hasCustomPrompt="1" idx="5" type="title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9"/>
          <p:cNvSpPr txBox="1"/>
          <p:nvPr>
            <p:ph hasCustomPrompt="1" idx="6" type="title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anchorCtr="0" anchor="t" bIns="137150" lIns="137150" spcFirstLastPara="1" rIns="13715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97" name="Google Shape;97;p19"/>
          <p:cNvSpPr txBox="1"/>
          <p:nvPr>
            <p:ph idx="7" type="subTitle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98" name="Google Shape;98;p19"/>
          <p:cNvSpPr txBox="1"/>
          <p:nvPr>
            <p:ph idx="8" type="subTitle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99" name="Google Shape;99;p19"/>
          <p:cNvSpPr txBox="1"/>
          <p:nvPr>
            <p:ph idx="9" type="subTitle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100" name="Google Shape;100;p19"/>
          <p:cNvSpPr txBox="1"/>
          <p:nvPr>
            <p:ph idx="13" type="subTitle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101" name="Google Shape;101;p19"/>
          <p:cNvSpPr txBox="1"/>
          <p:nvPr>
            <p:ph idx="14" type="subTitle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anchorCtr="0" anchor="b" bIns="0" lIns="137150" spcFirstLastPara="1" rIns="137150" wrap="square" tIns="1371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/>
        </p:txBody>
      </p:sp>
      <p:sp>
        <p:nvSpPr>
          <p:cNvPr id="102" name="Google Shape;102;p19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2_1_5_1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BLANK_1_1_1_1_1_1_1_1_1_1_1_2_1_4"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3" type="subTitle"/>
          </p:nvPr>
        </p:nvSpPr>
        <p:spPr>
          <a:xfrm>
            <a:off x="339900" y="246435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4" type="subTitle"/>
          </p:nvPr>
        </p:nvSpPr>
        <p:spPr>
          <a:xfrm>
            <a:off x="339900" y="345615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5" type="subTitle"/>
          </p:nvPr>
        </p:nvSpPr>
        <p:spPr>
          <a:xfrm>
            <a:off x="339900" y="4416300"/>
            <a:ext cx="1025100" cy="31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6" type="subTitle"/>
          </p:nvPr>
        </p:nvSpPr>
        <p:spPr>
          <a:xfrm>
            <a:off x="1365000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7" type="subTitle"/>
          </p:nvPr>
        </p:nvSpPr>
        <p:spPr>
          <a:xfrm>
            <a:off x="3308938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8" type="subTitle"/>
          </p:nvPr>
        </p:nvSpPr>
        <p:spPr>
          <a:xfrm>
            <a:off x="5252888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9" type="subTitle"/>
          </p:nvPr>
        </p:nvSpPr>
        <p:spPr>
          <a:xfrm>
            <a:off x="7198463" y="1737950"/>
            <a:ext cx="1945500" cy="318600"/>
          </a:xfrm>
          <a:prstGeom prst="rect">
            <a:avLst/>
          </a:prstGeom>
        </p:spPr>
        <p:txBody>
          <a:bodyPr anchorCtr="0" anchor="ctr" bIns="0" lIns="91425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13" type="subTitle"/>
          </p:nvPr>
        </p:nvSpPr>
        <p:spPr>
          <a:xfrm>
            <a:off x="1488550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4" type="subTitle"/>
          </p:nvPr>
        </p:nvSpPr>
        <p:spPr>
          <a:xfrm>
            <a:off x="3432538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5" type="subTitle"/>
          </p:nvPr>
        </p:nvSpPr>
        <p:spPr>
          <a:xfrm>
            <a:off x="5374950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16" type="subTitle"/>
          </p:nvPr>
        </p:nvSpPr>
        <p:spPr>
          <a:xfrm>
            <a:off x="7318938" y="22425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17" type="subTitle"/>
          </p:nvPr>
        </p:nvSpPr>
        <p:spPr>
          <a:xfrm>
            <a:off x="1488550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8" type="subTitle"/>
          </p:nvPr>
        </p:nvSpPr>
        <p:spPr>
          <a:xfrm>
            <a:off x="3432538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9" type="subTitle"/>
          </p:nvPr>
        </p:nvSpPr>
        <p:spPr>
          <a:xfrm>
            <a:off x="5374950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20" type="subTitle"/>
          </p:nvPr>
        </p:nvSpPr>
        <p:spPr>
          <a:xfrm>
            <a:off x="7318938" y="323430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21" type="subTitle"/>
          </p:nvPr>
        </p:nvSpPr>
        <p:spPr>
          <a:xfrm>
            <a:off x="1488550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22" type="subTitle"/>
          </p:nvPr>
        </p:nvSpPr>
        <p:spPr>
          <a:xfrm>
            <a:off x="3432538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23" type="subTitle"/>
          </p:nvPr>
        </p:nvSpPr>
        <p:spPr>
          <a:xfrm>
            <a:off x="5374950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24" type="subTitle"/>
          </p:nvPr>
        </p:nvSpPr>
        <p:spPr>
          <a:xfrm>
            <a:off x="7318938" y="4182550"/>
            <a:ext cx="1698300" cy="76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>
  <p:cSld name="BLANK_1_1_1_1_1_1_1_1_1_1_1_2_1_2"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2" type="subTitle"/>
          </p:nvPr>
        </p:nvSpPr>
        <p:spPr>
          <a:xfrm>
            <a:off x="59327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3" type="subTitle"/>
          </p:nvPr>
        </p:nvSpPr>
        <p:spPr>
          <a:xfrm>
            <a:off x="59327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hasCustomPrompt="1" type="title"/>
          </p:nvPr>
        </p:nvSpPr>
        <p:spPr>
          <a:xfrm>
            <a:off x="418825" y="20660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2"/>
          <p:cNvSpPr txBox="1"/>
          <p:nvPr>
            <p:ph idx="4" type="subTitle"/>
          </p:nvPr>
        </p:nvSpPr>
        <p:spPr>
          <a:xfrm>
            <a:off x="22890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5" type="subTitle"/>
          </p:nvPr>
        </p:nvSpPr>
        <p:spPr>
          <a:xfrm>
            <a:off x="22890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hasCustomPrompt="1" idx="6" type="title"/>
          </p:nvPr>
        </p:nvSpPr>
        <p:spPr>
          <a:xfrm>
            <a:off x="2114575" y="153067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22"/>
          <p:cNvSpPr txBox="1"/>
          <p:nvPr>
            <p:ph idx="7" type="subTitle"/>
          </p:nvPr>
        </p:nvSpPr>
        <p:spPr>
          <a:xfrm>
            <a:off x="3998249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8" type="subTitle"/>
          </p:nvPr>
        </p:nvSpPr>
        <p:spPr>
          <a:xfrm>
            <a:off x="3998250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hasCustomPrompt="1" idx="9" type="title"/>
          </p:nvPr>
        </p:nvSpPr>
        <p:spPr>
          <a:xfrm>
            <a:off x="3823800" y="9252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2"/>
          <p:cNvSpPr txBox="1"/>
          <p:nvPr>
            <p:ph idx="13" type="subTitle"/>
          </p:nvPr>
        </p:nvSpPr>
        <p:spPr>
          <a:xfrm>
            <a:off x="57007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14" type="subTitle"/>
          </p:nvPr>
        </p:nvSpPr>
        <p:spPr>
          <a:xfrm>
            <a:off x="57007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hasCustomPrompt="1" idx="15" type="title"/>
          </p:nvPr>
        </p:nvSpPr>
        <p:spPr>
          <a:xfrm>
            <a:off x="5526275" y="2066050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/>
          <p:nvPr>
            <p:ph idx="16" type="subTitle"/>
          </p:nvPr>
        </p:nvSpPr>
        <p:spPr>
          <a:xfrm>
            <a:off x="7403224" y="3168375"/>
            <a:ext cx="1248000" cy="4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17" type="subTitle"/>
          </p:nvPr>
        </p:nvSpPr>
        <p:spPr>
          <a:xfrm>
            <a:off x="7403225" y="3700700"/>
            <a:ext cx="1248000" cy="10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hasCustomPrompt="1" idx="18" type="title"/>
          </p:nvPr>
        </p:nvSpPr>
        <p:spPr>
          <a:xfrm>
            <a:off x="7228775" y="1115525"/>
            <a:ext cx="1577100" cy="8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/>
          <p:nvPr>
            <p:ph idx="19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ple options">
  <p:cSld name="BLANK_1_1_1_1_1_1_1_1_1_1_1_2_1_1_4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/>
          <p:nvPr/>
        </p:nvSpPr>
        <p:spPr>
          <a:xfrm>
            <a:off x="75" y="1680250"/>
            <a:ext cx="9144000" cy="3467400"/>
          </a:xfrm>
          <a:prstGeom prst="rect">
            <a:avLst/>
          </a:prstGeom>
          <a:gradFill>
            <a:gsLst>
              <a:gs pos="0">
                <a:schemeClr val="accent1"/>
              </a:gs>
              <a:gs pos="9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6892719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2649031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3" type="body"/>
          </p:nvPr>
        </p:nvSpPr>
        <p:spPr>
          <a:xfrm>
            <a:off x="4770831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13318" y="3499530"/>
            <a:ext cx="1644900" cy="1280400"/>
          </a:xfrm>
          <a:prstGeom prst="rect">
            <a:avLst/>
          </a:prstGeom>
        </p:spPr>
        <p:txBody>
          <a:bodyPr anchorCtr="0" anchor="b" bIns="13715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5" type="subTitle"/>
          </p:nvPr>
        </p:nvSpPr>
        <p:spPr>
          <a:xfrm>
            <a:off x="4770838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6" type="subTitle"/>
          </p:nvPr>
        </p:nvSpPr>
        <p:spPr>
          <a:xfrm>
            <a:off x="2649038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62" name="Google Shape;162;p23"/>
          <p:cNvSpPr txBox="1"/>
          <p:nvPr>
            <p:ph idx="7" type="subTitle"/>
          </p:nvPr>
        </p:nvSpPr>
        <p:spPr>
          <a:xfrm>
            <a:off x="513325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8" type="subTitle"/>
          </p:nvPr>
        </p:nvSpPr>
        <p:spPr>
          <a:xfrm>
            <a:off x="6892725" y="1895401"/>
            <a:ext cx="1644900" cy="7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type="title"/>
          </p:nvPr>
        </p:nvSpPr>
        <p:spPr>
          <a:xfrm>
            <a:off x="362050" y="1066100"/>
            <a:ext cx="8364600" cy="6129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3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13" type="subTitle"/>
          </p:nvPr>
        </p:nvSpPr>
        <p:spPr>
          <a:xfrm>
            <a:off x="6892694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14" type="subTitle"/>
          </p:nvPr>
        </p:nvSpPr>
        <p:spPr>
          <a:xfrm>
            <a:off x="4770856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15" type="subTitle"/>
          </p:nvPr>
        </p:nvSpPr>
        <p:spPr>
          <a:xfrm>
            <a:off x="2648993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70" name="Google Shape;170;p23"/>
          <p:cNvSpPr txBox="1"/>
          <p:nvPr>
            <p:ph idx="16" type="subTitle"/>
          </p:nvPr>
        </p:nvSpPr>
        <p:spPr>
          <a:xfrm>
            <a:off x="513318" y="2611076"/>
            <a:ext cx="16449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71" name="Google Shape;171;p23"/>
          <p:cNvSpPr txBox="1"/>
          <p:nvPr>
            <p:ph idx="17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2">
  <p:cSld name="CUSTOM_36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2" type="subTitle"/>
          </p:nvPr>
        </p:nvSpPr>
        <p:spPr>
          <a:xfrm>
            <a:off x="6309306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3" type="subTitle"/>
          </p:nvPr>
        </p:nvSpPr>
        <p:spPr>
          <a:xfrm>
            <a:off x="6309306" y="31434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4" type="subTitle"/>
          </p:nvPr>
        </p:nvSpPr>
        <p:spPr>
          <a:xfrm>
            <a:off x="3322306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79" name="Google Shape;179;p24"/>
          <p:cNvSpPr txBox="1"/>
          <p:nvPr>
            <p:ph idx="5" type="subTitle"/>
          </p:nvPr>
        </p:nvSpPr>
        <p:spPr>
          <a:xfrm>
            <a:off x="361981" y="1231300"/>
            <a:ext cx="2497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6" type="body"/>
          </p:nvPr>
        </p:nvSpPr>
        <p:spPr>
          <a:xfrm>
            <a:off x="361981" y="1502500"/>
            <a:ext cx="2497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7" type="subTitle"/>
          </p:nvPr>
        </p:nvSpPr>
        <p:spPr>
          <a:xfrm>
            <a:off x="339895" y="3143400"/>
            <a:ext cx="50772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8" type="subTitle"/>
          </p:nvPr>
        </p:nvSpPr>
        <p:spPr>
          <a:xfrm>
            <a:off x="339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idx="9" type="subTitle"/>
          </p:nvPr>
        </p:nvSpPr>
        <p:spPr>
          <a:xfrm>
            <a:off x="14284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13" type="subTitle"/>
          </p:nvPr>
        </p:nvSpPr>
        <p:spPr>
          <a:xfrm>
            <a:off x="2516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14" type="subTitle"/>
          </p:nvPr>
        </p:nvSpPr>
        <p:spPr>
          <a:xfrm>
            <a:off x="36054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6" name="Google Shape;186;p24"/>
          <p:cNvSpPr txBox="1"/>
          <p:nvPr>
            <p:ph idx="15" type="subTitle"/>
          </p:nvPr>
        </p:nvSpPr>
        <p:spPr>
          <a:xfrm>
            <a:off x="4693900" y="3632075"/>
            <a:ext cx="1026900" cy="91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16" type="subTitle"/>
          </p:nvPr>
        </p:nvSpPr>
        <p:spPr>
          <a:xfrm>
            <a:off x="6309300" y="16340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7" type="subTitle"/>
          </p:nvPr>
        </p:nvSpPr>
        <p:spPr>
          <a:xfrm>
            <a:off x="7578839" y="16340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89" name="Google Shape;189;p24"/>
          <p:cNvSpPr txBox="1"/>
          <p:nvPr>
            <p:ph idx="18" type="subTitle"/>
          </p:nvPr>
        </p:nvSpPr>
        <p:spPr>
          <a:xfrm>
            <a:off x="6309300" y="21794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19" type="subTitle"/>
          </p:nvPr>
        </p:nvSpPr>
        <p:spPr>
          <a:xfrm>
            <a:off x="7578839" y="2179450"/>
            <a:ext cx="1197900" cy="42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91" name="Google Shape;191;p24"/>
          <p:cNvSpPr txBox="1"/>
          <p:nvPr>
            <p:ph idx="20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3">
  <p:cSld name="BLANK_1_1_1_1_1_1_1_1_1_1_1_2_1_1_3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>
            <p:ph type="title"/>
          </p:nvPr>
        </p:nvSpPr>
        <p:spPr>
          <a:xfrm>
            <a:off x="361975" y="1066100"/>
            <a:ext cx="41190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idx="2" type="subTitle"/>
          </p:nvPr>
        </p:nvSpPr>
        <p:spPr>
          <a:xfrm>
            <a:off x="4760178" y="1213769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760178" y="1487419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199" name="Google Shape;199;p25"/>
          <p:cNvSpPr txBox="1"/>
          <p:nvPr>
            <p:ph idx="4" type="subTitle"/>
          </p:nvPr>
        </p:nvSpPr>
        <p:spPr>
          <a:xfrm>
            <a:off x="4760178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idx="5" type="body"/>
          </p:nvPr>
        </p:nvSpPr>
        <p:spPr>
          <a:xfrm>
            <a:off x="4760178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idx="6" type="subTitle"/>
          </p:nvPr>
        </p:nvSpPr>
        <p:spPr>
          <a:xfrm>
            <a:off x="6948350" y="1213769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02" name="Google Shape;202;p25"/>
          <p:cNvSpPr txBox="1"/>
          <p:nvPr>
            <p:ph idx="7" type="body"/>
          </p:nvPr>
        </p:nvSpPr>
        <p:spPr>
          <a:xfrm>
            <a:off x="6948350" y="1487419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03" name="Google Shape;203;p25"/>
          <p:cNvSpPr txBox="1"/>
          <p:nvPr>
            <p:ph idx="8" type="subTitle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9" type="body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13" type="subTitle"/>
          </p:nvPr>
        </p:nvSpPr>
        <p:spPr>
          <a:xfrm>
            <a:off x="520650" y="3138650"/>
            <a:ext cx="37704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idx="14" type="body"/>
          </p:nvPr>
        </p:nvSpPr>
        <p:spPr>
          <a:xfrm>
            <a:off x="520650" y="3409850"/>
            <a:ext cx="37704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5">
  <p:cSld name="BLANK_1_1_1_1_1_1_1_1_1_1_1_2_1_1_3_2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6"/>
          <p:cNvSpPr txBox="1"/>
          <p:nvPr>
            <p:ph type="title"/>
          </p:nvPr>
        </p:nvSpPr>
        <p:spPr>
          <a:xfrm>
            <a:off x="361975" y="1066100"/>
            <a:ext cx="19836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6"/>
          <p:cNvSpPr txBox="1"/>
          <p:nvPr>
            <p:ph idx="2" type="subTitle"/>
          </p:nvPr>
        </p:nvSpPr>
        <p:spPr>
          <a:xfrm>
            <a:off x="4823525" y="123130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4823525" y="1504950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subTitle"/>
          </p:nvPr>
        </p:nvSpPr>
        <p:spPr>
          <a:xfrm>
            <a:off x="4823525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5" type="body"/>
          </p:nvPr>
        </p:nvSpPr>
        <p:spPr>
          <a:xfrm>
            <a:off x="4823525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6" type="subTitle"/>
          </p:nvPr>
        </p:nvSpPr>
        <p:spPr>
          <a:xfrm>
            <a:off x="6948350" y="123130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18" name="Google Shape;218;p26"/>
          <p:cNvSpPr txBox="1"/>
          <p:nvPr>
            <p:ph idx="7" type="body"/>
          </p:nvPr>
        </p:nvSpPr>
        <p:spPr>
          <a:xfrm>
            <a:off x="6948350" y="1504950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19" name="Google Shape;219;p26"/>
          <p:cNvSpPr txBox="1"/>
          <p:nvPr>
            <p:ph idx="8" type="subTitle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20" name="Google Shape;220;p26"/>
          <p:cNvSpPr txBox="1"/>
          <p:nvPr>
            <p:ph idx="9" type="body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21" name="Google Shape;221;p26"/>
          <p:cNvSpPr txBox="1"/>
          <p:nvPr>
            <p:ph idx="13" type="subTitle"/>
          </p:nvPr>
        </p:nvSpPr>
        <p:spPr>
          <a:xfrm>
            <a:off x="573875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14" type="body"/>
          </p:nvPr>
        </p:nvSpPr>
        <p:spPr>
          <a:xfrm>
            <a:off x="573875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23" name="Google Shape;223;p26"/>
          <p:cNvSpPr txBox="1"/>
          <p:nvPr>
            <p:ph idx="15" type="subTitle"/>
          </p:nvPr>
        </p:nvSpPr>
        <p:spPr>
          <a:xfrm>
            <a:off x="2698700" y="3138650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24" name="Google Shape;224;p26"/>
          <p:cNvSpPr txBox="1"/>
          <p:nvPr>
            <p:ph idx="16" type="body"/>
          </p:nvPr>
        </p:nvSpPr>
        <p:spPr>
          <a:xfrm>
            <a:off x="2698700" y="3409851"/>
            <a:ext cx="1645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25" name="Google Shape;225;p26"/>
          <p:cNvSpPr txBox="1"/>
          <p:nvPr>
            <p:ph idx="17" type="subTitle"/>
          </p:nvPr>
        </p:nvSpPr>
        <p:spPr>
          <a:xfrm>
            <a:off x="2698700" y="1229838"/>
            <a:ext cx="16458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26" name="Google Shape;226;p26"/>
          <p:cNvSpPr txBox="1"/>
          <p:nvPr>
            <p:ph idx="18" type="body"/>
          </p:nvPr>
        </p:nvSpPr>
        <p:spPr>
          <a:xfrm>
            <a:off x="2698700" y="1503488"/>
            <a:ext cx="1645800" cy="12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27" name="Google Shape;227;p26"/>
          <p:cNvSpPr txBox="1"/>
          <p:nvPr>
            <p:ph idx="19" type="subTitle"/>
          </p:nvPr>
        </p:nvSpPr>
        <p:spPr>
          <a:xfrm>
            <a:off x="361975" y="537642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me - Alt 6">
  <p:cSld name="CUSTOM_1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idx="2" type="body"/>
          </p:nvPr>
        </p:nvSpPr>
        <p:spPr>
          <a:xfrm>
            <a:off x="5659300" y="3764525"/>
            <a:ext cx="2931300" cy="8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idx="3" type="body"/>
          </p:nvPr>
        </p:nvSpPr>
        <p:spPr>
          <a:xfrm>
            <a:off x="5659350" y="1715800"/>
            <a:ext cx="29313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34" name="Google Shape;234;p27"/>
          <p:cNvSpPr txBox="1"/>
          <p:nvPr>
            <p:ph idx="4" type="subTitle"/>
          </p:nvPr>
        </p:nvSpPr>
        <p:spPr>
          <a:xfrm>
            <a:off x="5659350" y="1162000"/>
            <a:ext cx="2931300" cy="55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35" name="Google Shape;235;p27"/>
          <p:cNvSpPr txBox="1"/>
          <p:nvPr>
            <p:ph idx="5" type="body"/>
          </p:nvPr>
        </p:nvSpPr>
        <p:spPr>
          <a:xfrm>
            <a:off x="5659350" y="2986225"/>
            <a:ext cx="29313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36" name="Google Shape;236;p27"/>
          <p:cNvSpPr txBox="1"/>
          <p:nvPr>
            <p:ph idx="6" type="subTitle"/>
          </p:nvPr>
        </p:nvSpPr>
        <p:spPr>
          <a:xfrm>
            <a:off x="5659350" y="2432425"/>
            <a:ext cx="2931300" cy="55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37" name="Google Shape;237;p27"/>
          <p:cNvSpPr txBox="1"/>
          <p:nvPr>
            <p:ph idx="7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alysis">
  <p:cSld name="BLANK_1_1_1_1_1_1_1_1_1_1_1_2_1_1_3_1_1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>
            <p:ph idx="1" type="body"/>
          </p:nvPr>
        </p:nvSpPr>
        <p:spPr>
          <a:xfrm>
            <a:off x="4823525" y="400722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9pPr>
          </a:lstStyle>
          <a:p/>
        </p:txBody>
      </p:sp>
      <p:sp>
        <p:nvSpPr>
          <p:cNvPr id="241" name="Google Shape;241;p28"/>
          <p:cNvSpPr txBox="1"/>
          <p:nvPr>
            <p:ph idx="2" type="body"/>
          </p:nvPr>
        </p:nvSpPr>
        <p:spPr>
          <a:xfrm>
            <a:off x="6948350" y="400722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type="title"/>
          </p:nvPr>
        </p:nvSpPr>
        <p:spPr>
          <a:xfrm>
            <a:off x="359200" y="1067375"/>
            <a:ext cx="3996300" cy="17784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4" type="body"/>
          </p:nvPr>
        </p:nvSpPr>
        <p:spPr>
          <a:xfrm>
            <a:off x="346275" y="3390625"/>
            <a:ext cx="3996300" cy="141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46" name="Google Shape;246;p28"/>
          <p:cNvSpPr txBox="1"/>
          <p:nvPr>
            <p:ph idx="5" type="body"/>
          </p:nvPr>
        </p:nvSpPr>
        <p:spPr>
          <a:xfrm>
            <a:off x="4823525" y="209987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47" name="Google Shape;247;p28"/>
          <p:cNvSpPr txBox="1"/>
          <p:nvPr>
            <p:ph idx="6" type="body"/>
          </p:nvPr>
        </p:nvSpPr>
        <p:spPr>
          <a:xfrm>
            <a:off x="6948350" y="2099875"/>
            <a:ext cx="1645800" cy="6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48" name="Google Shape;248;p28"/>
          <p:cNvSpPr txBox="1"/>
          <p:nvPr>
            <p:ph idx="7" type="subTitle"/>
          </p:nvPr>
        </p:nvSpPr>
        <p:spPr>
          <a:xfrm>
            <a:off x="6948350" y="118217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8" type="subTitle"/>
          </p:nvPr>
        </p:nvSpPr>
        <p:spPr>
          <a:xfrm>
            <a:off x="4823525" y="118217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50" name="Google Shape;250;p28"/>
          <p:cNvSpPr txBox="1"/>
          <p:nvPr>
            <p:ph idx="9" type="subTitle"/>
          </p:nvPr>
        </p:nvSpPr>
        <p:spPr>
          <a:xfrm>
            <a:off x="4823525" y="308952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51" name="Google Shape;251;p28"/>
          <p:cNvSpPr txBox="1"/>
          <p:nvPr>
            <p:ph idx="13" type="subTitle"/>
          </p:nvPr>
        </p:nvSpPr>
        <p:spPr>
          <a:xfrm>
            <a:off x="6948350" y="3089525"/>
            <a:ext cx="16458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52" name="Google Shape;252;p28"/>
          <p:cNvSpPr txBox="1"/>
          <p:nvPr>
            <p:ph idx="14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27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9"/>
          <p:cNvSpPr txBox="1"/>
          <p:nvPr>
            <p:ph idx="2" type="body"/>
          </p:nvPr>
        </p:nvSpPr>
        <p:spPr>
          <a:xfrm>
            <a:off x="3561200" y="1650500"/>
            <a:ext cx="4311300" cy="483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58" name="Google Shape;258;p29"/>
          <p:cNvSpPr txBox="1"/>
          <p:nvPr>
            <p:ph idx="3" type="subTitle"/>
          </p:nvPr>
        </p:nvSpPr>
        <p:spPr>
          <a:xfrm>
            <a:off x="3561190" y="1258875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4" type="body"/>
          </p:nvPr>
        </p:nvSpPr>
        <p:spPr>
          <a:xfrm>
            <a:off x="3561200" y="2745575"/>
            <a:ext cx="4311300" cy="540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5" type="subTitle"/>
          </p:nvPr>
        </p:nvSpPr>
        <p:spPr>
          <a:xfrm>
            <a:off x="3561190" y="2411024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61" name="Google Shape;261;p29"/>
          <p:cNvSpPr txBox="1"/>
          <p:nvPr>
            <p:ph idx="6" type="body"/>
          </p:nvPr>
        </p:nvSpPr>
        <p:spPr>
          <a:xfrm>
            <a:off x="3561200" y="3890675"/>
            <a:ext cx="4311300" cy="5400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62" name="Google Shape;262;p29"/>
          <p:cNvSpPr txBox="1"/>
          <p:nvPr>
            <p:ph idx="7" type="subTitle"/>
          </p:nvPr>
        </p:nvSpPr>
        <p:spPr>
          <a:xfrm>
            <a:off x="3561190" y="3556273"/>
            <a:ext cx="5286000" cy="1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353550" y="1066100"/>
            <a:ext cx="2674500" cy="6129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8" type="body"/>
          </p:nvPr>
        </p:nvSpPr>
        <p:spPr>
          <a:xfrm>
            <a:off x="353550" y="1592450"/>
            <a:ext cx="2674500" cy="28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9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28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71" name="Google Shape;271;p30"/>
          <p:cNvSpPr txBox="1"/>
          <p:nvPr>
            <p:ph idx="3" type="subTitle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72" name="Google Shape;272;p30"/>
          <p:cNvSpPr txBox="1"/>
          <p:nvPr>
            <p:ph idx="4" type="body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73" name="Google Shape;273;p30"/>
          <p:cNvSpPr txBox="1"/>
          <p:nvPr>
            <p:ph idx="5" type="body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74" name="Google Shape;274;p30"/>
          <p:cNvSpPr txBox="1"/>
          <p:nvPr>
            <p:ph idx="6" type="subTitle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75" name="Google Shape;275;p30"/>
          <p:cNvSpPr txBox="1"/>
          <p:nvPr>
            <p:ph idx="7" type="body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anchorCtr="0" anchor="t" bIns="0" lIns="0" spcFirstLastPara="1" rIns="0" wrap="square" tIns="457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276" name="Google Shape;276;p30"/>
          <p:cNvSpPr txBox="1"/>
          <p:nvPr>
            <p:ph idx="8" type="subTitle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77" name="Google Shape;277;p30"/>
          <p:cNvSpPr txBox="1"/>
          <p:nvPr>
            <p:ph hasCustomPrompt="1" type="title"/>
          </p:nvPr>
        </p:nvSpPr>
        <p:spPr>
          <a:xfrm>
            <a:off x="3597475" y="680400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30"/>
          <p:cNvSpPr txBox="1"/>
          <p:nvPr>
            <p:ph hasCustomPrompt="1" idx="9" type="title"/>
          </p:nvPr>
        </p:nvSpPr>
        <p:spPr>
          <a:xfrm>
            <a:off x="3597475" y="2127395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0"/>
          <p:cNvSpPr txBox="1"/>
          <p:nvPr>
            <p:ph hasCustomPrompt="1" idx="13" type="title"/>
          </p:nvPr>
        </p:nvSpPr>
        <p:spPr>
          <a:xfrm>
            <a:off x="3597475" y="3591200"/>
            <a:ext cx="9276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30"/>
          <p:cNvSpPr txBox="1"/>
          <p:nvPr>
            <p:ph idx="14" type="subTitle"/>
          </p:nvPr>
        </p:nvSpPr>
        <p:spPr>
          <a:xfrm>
            <a:off x="361975" y="539900"/>
            <a:ext cx="28503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4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/>
          <p:nvPr>
            <p:ph idx="2" type="pic"/>
          </p:nvPr>
        </p:nvSpPr>
        <p:spPr>
          <a:xfrm>
            <a:off x="6773700" y="1600350"/>
            <a:ext cx="2001300" cy="605100"/>
          </a:xfrm>
          <a:prstGeom prst="roundRect">
            <a:avLst>
              <a:gd fmla="val 27045" name="adj"/>
            </a:avLst>
          </a:prstGeom>
          <a:noFill/>
          <a:ln>
            <a:noFill/>
          </a:ln>
        </p:spPr>
      </p:sp>
      <p:sp>
        <p:nvSpPr>
          <p:cNvPr id="284" name="Google Shape;284;p31"/>
          <p:cNvSpPr/>
          <p:nvPr>
            <p:ph idx="3" type="pic"/>
          </p:nvPr>
        </p:nvSpPr>
        <p:spPr>
          <a:xfrm>
            <a:off x="4636725" y="1600350"/>
            <a:ext cx="2001300" cy="605100"/>
          </a:xfrm>
          <a:prstGeom prst="roundRect">
            <a:avLst>
              <a:gd fmla="val 25760" name="adj"/>
            </a:avLst>
          </a:prstGeom>
          <a:noFill/>
          <a:ln>
            <a:noFill/>
          </a:ln>
        </p:spPr>
      </p:sp>
      <p:sp>
        <p:nvSpPr>
          <p:cNvPr id="285" name="Google Shape;285;p31"/>
          <p:cNvSpPr/>
          <p:nvPr>
            <p:ph idx="4" type="pic"/>
          </p:nvPr>
        </p:nvSpPr>
        <p:spPr>
          <a:xfrm>
            <a:off x="2499750" y="1600350"/>
            <a:ext cx="2005200" cy="605100"/>
          </a:xfrm>
          <a:prstGeom prst="roundRect">
            <a:avLst>
              <a:gd fmla="val 25545" name="adj"/>
            </a:avLst>
          </a:prstGeom>
          <a:noFill/>
          <a:ln>
            <a:noFill/>
          </a:ln>
        </p:spPr>
      </p:sp>
      <p:sp>
        <p:nvSpPr>
          <p:cNvPr id="286" name="Google Shape;286;p31"/>
          <p:cNvSpPr/>
          <p:nvPr>
            <p:ph idx="5" type="pic"/>
          </p:nvPr>
        </p:nvSpPr>
        <p:spPr>
          <a:xfrm>
            <a:off x="361950" y="1600350"/>
            <a:ext cx="2001300" cy="605100"/>
          </a:xfrm>
          <a:prstGeom prst="roundRect">
            <a:avLst>
              <a:gd fmla="val 26529" name="adj"/>
            </a:avLst>
          </a:prstGeom>
          <a:noFill/>
          <a:ln>
            <a:noFill/>
          </a:ln>
        </p:spPr>
      </p:sp>
      <p:sp>
        <p:nvSpPr>
          <p:cNvPr id="287" name="Google Shape;287;p31"/>
          <p:cNvSpPr txBox="1"/>
          <p:nvPr>
            <p:ph type="title"/>
          </p:nvPr>
        </p:nvSpPr>
        <p:spPr>
          <a:xfrm>
            <a:off x="361975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88" name="Google Shape;28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1"/>
          <p:cNvSpPr txBox="1"/>
          <p:nvPr>
            <p:ph idx="6" type="subTitle"/>
          </p:nvPr>
        </p:nvSpPr>
        <p:spPr>
          <a:xfrm>
            <a:off x="528567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91" name="Google Shape;291;p31"/>
          <p:cNvSpPr txBox="1"/>
          <p:nvPr>
            <p:ph idx="7" type="subTitle"/>
          </p:nvPr>
        </p:nvSpPr>
        <p:spPr>
          <a:xfrm>
            <a:off x="2664436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92" name="Google Shape;292;p31"/>
          <p:cNvSpPr txBox="1"/>
          <p:nvPr>
            <p:ph idx="8" type="subTitle"/>
          </p:nvPr>
        </p:nvSpPr>
        <p:spPr>
          <a:xfrm>
            <a:off x="4803102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93" name="Google Shape;293;p31"/>
          <p:cNvSpPr txBox="1"/>
          <p:nvPr>
            <p:ph idx="9" type="subTitle"/>
          </p:nvPr>
        </p:nvSpPr>
        <p:spPr>
          <a:xfrm>
            <a:off x="6938513" y="2459450"/>
            <a:ext cx="1654500" cy="20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294" name="Google Shape;294;p31"/>
          <p:cNvSpPr txBox="1"/>
          <p:nvPr>
            <p:ph idx="13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CUSTOM_13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2"/>
          <p:cNvSpPr txBox="1"/>
          <p:nvPr>
            <p:ph idx="2" type="subTitle"/>
          </p:nvPr>
        </p:nvSpPr>
        <p:spPr>
          <a:xfrm>
            <a:off x="494689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00" name="Google Shape;300;p32"/>
          <p:cNvSpPr txBox="1"/>
          <p:nvPr>
            <p:ph idx="3" type="body"/>
          </p:nvPr>
        </p:nvSpPr>
        <p:spPr>
          <a:xfrm>
            <a:off x="494689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01" name="Google Shape;301;p32"/>
          <p:cNvSpPr txBox="1"/>
          <p:nvPr>
            <p:ph idx="4" type="subTitle"/>
          </p:nvPr>
        </p:nvSpPr>
        <p:spPr>
          <a:xfrm>
            <a:off x="220352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02" name="Google Shape;302;p32"/>
          <p:cNvSpPr txBox="1"/>
          <p:nvPr>
            <p:ph idx="5" type="body"/>
          </p:nvPr>
        </p:nvSpPr>
        <p:spPr>
          <a:xfrm>
            <a:off x="220352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03" name="Google Shape;303;p32"/>
          <p:cNvSpPr txBox="1"/>
          <p:nvPr>
            <p:ph idx="6" type="subTitle"/>
          </p:nvPr>
        </p:nvSpPr>
        <p:spPr>
          <a:xfrm>
            <a:off x="391239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idx="7" type="body"/>
          </p:nvPr>
        </p:nvSpPr>
        <p:spPr>
          <a:xfrm>
            <a:off x="391239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8" type="subTitle"/>
          </p:nvPr>
        </p:nvSpPr>
        <p:spPr>
          <a:xfrm>
            <a:off x="5621020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9" type="body"/>
          </p:nvPr>
        </p:nvSpPr>
        <p:spPr>
          <a:xfrm>
            <a:off x="5621020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13" type="subTitle"/>
          </p:nvPr>
        </p:nvSpPr>
        <p:spPr>
          <a:xfrm>
            <a:off x="7329172" y="1960052"/>
            <a:ext cx="1319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14" type="body"/>
          </p:nvPr>
        </p:nvSpPr>
        <p:spPr>
          <a:xfrm>
            <a:off x="7329172" y="2274201"/>
            <a:ext cx="1319700" cy="234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anchorCtr="0" anchor="t" bIns="137150" lIns="0" spcFirstLastPara="1" rIns="0" wrap="square" tIns="137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10" name="Google Shape;310;p32"/>
          <p:cNvSpPr txBox="1"/>
          <p:nvPr>
            <p:ph idx="15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1_1_1_1">
    <p:bg>
      <p:bgPr>
        <a:solidFill>
          <a:schemeClr val="dk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>
            <p:ph type="title"/>
          </p:nvPr>
        </p:nvSpPr>
        <p:spPr>
          <a:xfrm>
            <a:off x="361975" y="555540"/>
            <a:ext cx="8414700" cy="27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2000"/>
            </a:lvl9pPr>
          </a:lstStyle>
          <a:p/>
        </p:txBody>
      </p:sp>
      <p:sp>
        <p:nvSpPr>
          <p:cNvPr id="314" name="Google Shape;314;p33"/>
          <p:cNvSpPr/>
          <p:nvPr>
            <p:ph idx="2" type="pic"/>
          </p:nvPr>
        </p:nvSpPr>
        <p:spPr>
          <a:xfrm>
            <a:off x="342975" y="3777050"/>
            <a:ext cx="1002900" cy="100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33"/>
          <p:cNvSpPr txBox="1"/>
          <p:nvPr>
            <p:ph idx="1" type="subTitle"/>
          </p:nvPr>
        </p:nvSpPr>
        <p:spPr>
          <a:xfrm>
            <a:off x="1345875" y="3958400"/>
            <a:ext cx="4017600" cy="320100"/>
          </a:xfrm>
          <a:prstGeom prst="rect">
            <a:avLst/>
          </a:prstGeom>
        </p:spPr>
        <p:txBody>
          <a:bodyPr anchorCtr="0" anchor="ctr" bIns="0" lIns="13715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16" name="Google Shape;316;p33"/>
          <p:cNvSpPr txBox="1"/>
          <p:nvPr>
            <p:ph idx="3" type="subTitle"/>
          </p:nvPr>
        </p:nvSpPr>
        <p:spPr>
          <a:xfrm>
            <a:off x="1345875" y="4278500"/>
            <a:ext cx="4017600" cy="320100"/>
          </a:xfrm>
          <a:prstGeom prst="rect">
            <a:avLst/>
          </a:prstGeom>
        </p:spPr>
        <p:txBody>
          <a:bodyPr anchorCtr="0" anchor="ctr" bIns="0" lIns="13715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33"/>
          <p:cNvSpPr txBox="1"/>
          <p:nvPr>
            <p:ph idx="4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7_1_1_1_1_1_1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4"/>
          <p:cNvSpPr txBox="1"/>
          <p:nvPr>
            <p:ph idx="1" type="subTitle"/>
          </p:nvPr>
        </p:nvSpPr>
        <p:spPr>
          <a:xfrm>
            <a:off x="6080700" y="3770600"/>
            <a:ext cx="2486700" cy="34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34"/>
          <p:cNvSpPr txBox="1"/>
          <p:nvPr>
            <p:ph type="title"/>
          </p:nvPr>
        </p:nvSpPr>
        <p:spPr>
          <a:xfrm>
            <a:off x="3502650" y="1350300"/>
            <a:ext cx="4882800" cy="22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3" name="Google Shape;323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34"/>
          <p:cNvSpPr txBox="1"/>
          <p:nvPr>
            <p:ph idx="3" type="subTitle"/>
          </p:nvPr>
        </p:nvSpPr>
        <p:spPr>
          <a:xfrm>
            <a:off x="3502650" y="3770600"/>
            <a:ext cx="2486700" cy="34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26" name="Google Shape;326;p34"/>
          <p:cNvSpPr/>
          <p:nvPr>
            <p:ph idx="4" type="pic"/>
          </p:nvPr>
        </p:nvSpPr>
        <p:spPr>
          <a:xfrm>
            <a:off x="361975" y="1215200"/>
            <a:ext cx="2920200" cy="295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CUSTOM_2">
    <p:bg>
      <p:bgPr>
        <a:solidFill>
          <a:schemeClr val="dk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>
            <p:ph idx="1" type="body"/>
          </p:nvPr>
        </p:nvSpPr>
        <p:spPr>
          <a:xfrm>
            <a:off x="359200" y="1801500"/>
            <a:ext cx="4029000" cy="300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3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35"/>
          <p:cNvSpPr/>
          <p:nvPr>
            <p:ph idx="3" type="pic"/>
          </p:nvPr>
        </p:nvSpPr>
        <p:spPr>
          <a:xfrm>
            <a:off x="4637525" y="612800"/>
            <a:ext cx="4131600" cy="4167000"/>
          </a:xfrm>
          <a:prstGeom prst="roundRect">
            <a:avLst>
              <a:gd fmla="val 6598" name="adj"/>
            </a:avLst>
          </a:prstGeom>
          <a:noFill/>
          <a:ln>
            <a:noFill/>
          </a:ln>
        </p:spPr>
      </p:sp>
      <p:sp>
        <p:nvSpPr>
          <p:cNvPr id="333" name="Google Shape;333;p35"/>
          <p:cNvSpPr txBox="1"/>
          <p:nvPr>
            <p:ph idx="4" type="subTitle"/>
          </p:nvPr>
        </p:nvSpPr>
        <p:spPr>
          <a:xfrm>
            <a:off x="361975" y="539900"/>
            <a:ext cx="4131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2_1">
    <p:bg>
      <p:bgPr>
        <a:solidFill>
          <a:schemeClr val="dk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6"/>
          <p:cNvSpPr txBox="1"/>
          <p:nvPr>
            <p:ph type="title"/>
          </p:nvPr>
        </p:nvSpPr>
        <p:spPr>
          <a:xfrm>
            <a:off x="3843300" y="870251"/>
            <a:ext cx="49335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37" name="Google Shape;337;p36"/>
          <p:cNvSpPr/>
          <p:nvPr>
            <p:ph idx="2" type="pic"/>
          </p:nvPr>
        </p:nvSpPr>
        <p:spPr>
          <a:xfrm>
            <a:off x="361975" y="612800"/>
            <a:ext cx="3224400" cy="4167000"/>
          </a:xfrm>
          <a:prstGeom prst="roundRect">
            <a:avLst>
              <a:gd fmla="val 4717" name="adj"/>
            </a:avLst>
          </a:prstGeom>
          <a:noFill/>
          <a:ln>
            <a:noFill/>
          </a:ln>
        </p:spPr>
      </p:sp>
      <p:sp>
        <p:nvSpPr>
          <p:cNvPr id="338" name="Google Shape;338;p36"/>
          <p:cNvSpPr txBox="1"/>
          <p:nvPr>
            <p:ph idx="1" type="body"/>
          </p:nvPr>
        </p:nvSpPr>
        <p:spPr>
          <a:xfrm>
            <a:off x="3843300" y="4195275"/>
            <a:ext cx="4933500" cy="584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/>
        </p:txBody>
      </p:sp>
      <p:sp>
        <p:nvSpPr>
          <p:cNvPr id="339" name="Google Shape;339;p36"/>
          <p:cNvSpPr txBox="1"/>
          <p:nvPr>
            <p:ph idx="3" type="subTitle"/>
          </p:nvPr>
        </p:nvSpPr>
        <p:spPr>
          <a:xfrm>
            <a:off x="3843300" y="614476"/>
            <a:ext cx="49335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36"/>
          <p:cNvSpPr txBox="1"/>
          <p:nvPr>
            <p:ph idx="4" type="title"/>
          </p:nvPr>
        </p:nvSpPr>
        <p:spPr>
          <a:xfrm>
            <a:off x="3843300" y="1210976"/>
            <a:ext cx="49335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41" name="Google Shape;341;p36"/>
          <p:cNvSpPr txBox="1"/>
          <p:nvPr>
            <p:ph idx="5" type="title"/>
          </p:nvPr>
        </p:nvSpPr>
        <p:spPr>
          <a:xfrm>
            <a:off x="3843300" y="1801500"/>
            <a:ext cx="4933500" cy="18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42" name="Google Shape;342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36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3"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7"/>
          <p:cNvSpPr txBox="1"/>
          <p:nvPr>
            <p:ph idx="1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7" name="Google Shape;34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3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9" name="Google Shape;349;p37"/>
          <p:cNvSpPr txBox="1"/>
          <p:nvPr>
            <p:ph idx="3" type="body"/>
          </p:nvPr>
        </p:nvSpPr>
        <p:spPr>
          <a:xfrm>
            <a:off x="361975" y="2947875"/>
            <a:ext cx="4163100" cy="18336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9pPr>
          </a:lstStyle>
          <a:p/>
        </p:txBody>
      </p:sp>
      <p:sp>
        <p:nvSpPr>
          <p:cNvPr id="350" name="Google Shape;350;p37"/>
          <p:cNvSpPr txBox="1"/>
          <p:nvPr>
            <p:ph type="title"/>
          </p:nvPr>
        </p:nvSpPr>
        <p:spPr>
          <a:xfrm>
            <a:off x="337200" y="1066100"/>
            <a:ext cx="8375700" cy="18819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6">
  <p:cSld name="CUSTOM_2_1_1_1">
    <p:bg>
      <p:bgPr>
        <a:solidFill>
          <a:schemeClr val="dk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8"/>
          <p:cNvSpPr txBox="1"/>
          <p:nvPr>
            <p:ph type="title"/>
          </p:nvPr>
        </p:nvSpPr>
        <p:spPr>
          <a:xfrm>
            <a:off x="361965" y="2535325"/>
            <a:ext cx="6346800" cy="228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4" name="Google Shape;354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3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2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5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9"/>
          <p:cNvSpPr txBox="1"/>
          <p:nvPr>
            <p:ph type="title"/>
          </p:nvPr>
        </p:nvSpPr>
        <p:spPr>
          <a:xfrm>
            <a:off x="2504817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60" name="Google Shape;360;p39"/>
          <p:cNvSpPr txBox="1"/>
          <p:nvPr>
            <p:ph idx="1" type="subTitle"/>
          </p:nvPr>
        </p:nvSpPr>
        <p:spPr>
          <a:xfrm>
            <a:off x="2504817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61" name="Google Shape;361;p39"/>
          <p:cNvSpPr/>
          <p:nvPr>
            <p:ph idx="2" type="pic"/>
          </p:nvPr>
        </p:nvSpPr>
        <p:spPr>
          <a:xfrm>
            <a:off x="28241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9"/>
          <p:cNvSpPr txBox="1"/>
          <p:nvPr>
            <p:ph idx="3" type="title"/>
          </p:nvPr>
        </p:nvSpPr>
        <p:spPr>
          <a:xfrm>
            <a:off x="368350" y="2940138"/>
            <a:ext cx="1994100" cy="579900"/>
          </a:xfrm>
          <a:prstGeom prst="rect">
            <a:avLst/>
          </a:prstGeom>
        </p:spPr>
        <p:txBody>
          <a:bodyPr anchorCtr="0" anchor="ctr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63" name="Google Shape;363;p39"/>
          <p:cNvSpPr txBox="1"/>
          <p:nvPr>
            <p:ph idx="4" type="subTitle"/>
          </p:nvPr>
        </p:nvSpPr>
        <p:spPr>
          <a:xfrm>
            <a:off x="368350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64" name="Google Shape;364;p39"/>
          <p:cNvSpPr/>
          <p:nvPr>
            <p:ph idx="5" type="pic"/>
          </p:nvPr>
        </p:nvSpPr>
        <p:spPr>
          <a:xfrm>
            <a:off x="68770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5" name="Google Shape;365;p39"/>
          <p:cNvSpPr txBox="1"/>
          <p:nvPr>
            <p:ph idx="6" type="title"/>
          </p:nvPr>
        </p:nvSpPr>
        <p:spPr>
          <a:xfrm>
            <a:off x="6778800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7" type="subTitle"/>
          </p:nvPr>
        </p:nvSpPr>
        <p:spPr>
          <a:xfrm>
            <a:off x="6778800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67" name="Google Shape;367;p39"/>
          <p:cNvSpPr/>
          <p:nvPr>
            <p:ph idx="8" type="pic"/>
          </p:nvPr>
        </p:nvSpPr>
        <p:spPr>
          <a:xfrm>
            <a:off x="709815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8" name="Google Shape;368;p39"/>
          <p:cNvSpPr txBox="1"/>
          <p:nvPr>
            <p:ph idx="9" type="title"/>
          </p:nvPr>
        </p:nvSpPr>
        <p:spPr>
          <a:xfrm>
            <a:off x="4650558" y="29401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3" type="subTitle"/>
          </p:nvPr>
        </p:nvSpPr>
        <p:spPr>
          <a:xfrm>
            <a:off x="4650558" y="3661040"/>
            <a:ext cx="1994100" cy="8868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370" name="Google Shape;370;p39"/>
          <p:cNvSpPr/>
          <p:nvPr>
            <p:ph idx="14" type="pic"/>
          </p:nvPr>
        </p:nvSpPr>
        <p:spPr>
          <a:xfrm>
            <a:off x="49696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1" name="Google Shape;371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39"/>
          <p:cNvSpPr txBox="1"/>
          <p:nvPr>
            <p:ph idx="1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39"/>
          <p:cNvSpPr txBox="1"/>
          <p:nvPr>
            <p:ph idx="16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2">
  <p:cSld name="CUSTOM_6">
    <p:bg>
      <p:bgPr>
        <a:solidFill>
          <a:schemeClr val="dk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0"/>
          <p:cNvSpPr/>
          <p:nvPr>
            <p:ph idx="2" type="pic"/>
          </p:nvPr>
        </p:nvSpPr>
        <p:spPr>
          <a:xfrm>
            <a:off x="361975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77" name="Google Shape;377;p40"/>
          <p:cNvSpPr/>
          <p:nvPr>
            <p:ph idx="3" type="pic"/>
          </p:nvPr>
        </p:nvSpPr>
        <p:spPr>
          <a:xfrm>
            <a:off x="361975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78" name="Google Shape;378;p40"/>
          <p:cNvSpPr txBox="1"/>
          <p:nvPr>
            <p:ph type="title"/>
          </p:nvPr>
        </p:nvSpPr>
        <p:spPr>
          <a:xfrm>
            <a:off x="361975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79" name="Google Shape;379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40"/>
          <p:cNvSpPr txBox="1"/>
          <p:nvPr>
            <p:ph idx="4" type="title"/>
          </p:nvPr>
        </p:nvSpPr>
        <p:spPr>
          <a:xfrm>
            <a:off x="362125" y="2292638"/>
            <a:ext cx="1994100" cy="579900"/>
          </a:xfrm>
          <a:prstGeom prst="rect">
            <a:avLst/>
          </a:prstGeom>
        </p:spPr>
        <p:txBody>
          <a:bodyPr anchorCtr="0" anchor="ctr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82" name="Google Shape;382;p40"/>
          <p:cNvSpPr/>
          <p:nvPr>
            <p:ph idx="5" type="pic"/>
          </p:nvPr>
        </p:nvSpPr>
        <p:spPr>
          <a:xfrm>
            <a:off x="2499750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83" name="Google Shape;383;p40"/>
          <p:cNvSpPr/>
          <p:nvPr>
            <p:ph idx="6" type="pic"/>
          </p:nvPr>
        </p:nvSpPr>
        <p:spPr>
          <a:xfrm>
            <a:off x="2499750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84" name="Google Shape;384;p40"/>
          <p:cNvSpPr txBox="1"/>
          <p:nvPr>
            <p:ph idx="7" type="title"/>
          </p:nvPr>
        </p:nvSpPr>
        <p:spPr>
          <a:xfrm>
            <a:off x="2499750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85" name="Google Shape;385;p40"/>
          <p:cNvSpPr txBox="1"/>
          <p:nvPr>
            <p:ph idx="8" type="title"/>
          </p:nvPr>
        </p:nvSpPr>
        <p:spPr>
          <a:xfrm>
            <a:off x="2499900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86" name="Google Shape;386;p40"/>
          <p:cNvSpPr/>
          <p:nvPr>
            <p:ph idx="9" type="pic"/>
          </p:nvPr>
        </p:nvSpPr>
        <p:spPr>
          <a:xfrm>
            <a:off x="4637525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87" name="Google Shape;387;p40"/>
          <p:cNvSpPr/>
          <p:nvPr>
            <p:ph idx="13" type="pic"/>
          </p:nvPr>
        </p:nvSpPr>
        <p:spPr>
          <a:xfrm>
            <a:off x="4637525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88" name="Google Shape;388;p40"/>
          <p:cNvSpPr txBox="1"/>
          <p:nvPr>
            <p:ph idx="14" type="title"/>
          </p:nvPr>
        </p:nvSpPr>
        <p:spPr>
          <a:xfrm>
            <a:off x="4637525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89" name="Google Shape;389;p40"/>
          <p:cNvSpPr txBox="1"/>
          <p:nvPr>
            <p:ph idx="15" type="title"/>
          </p:nvPr>
        </p:nvSpPr>
        <p:spPr>
          <a:xfrm>
            <a:off x="4637675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90" name="Google Shape;390;p40"/>
          <p:cNvSpPr/>
          <p:nvPr>
            <p:ph idx="16" type="pic"/>
          </p:nvPr>
        </p:nvSpPr>
        <p:spPr>
          <a:xfrm>
            <a:off x="6775300" y="2991074"/>
            <a:ext cx="1994400" cy="11475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91" name="Google Shape;391;p40"/>
          <p:cNvSpPr/>
          <p:nvPr>
            <p:ph idx="17" type="pic"/>
          </p:nvPr>
        </p:nvSpPr>
        <p:spPr>
          <a:xfrm>
            <a:off x="6775300" y="1066100"/>
            <a:ext cx="1994400" cy="1209600"/>
          </a:xfrm>
          <a:prstGeom prst="roundRect">
            <a:avLst>
              <a:gd fmla="val 7060" name="adj"/>
            </a:avLst>
          </a:prstGeom>
          <a:noFill/>
          <a:ln>
            <a:noFill/>
          </a:ln>
        </p:spPr>
      </p:sp>
      <p:sp>
        <p:nvSpPr>
          <p:cNvPr id="392" name="Google Shape;392;p40"/>
          <p:cNvSpPr txBox="1"/>
          <p:nvPr>
            <p:ph idx="18" type="title"/>
          </p:nvPr>
        </p:nvSpPr>
        <p:spPr>
          <a:xfrm>
            <a:off x="6775300" y="4268750"/>
            <a:ext cx="19944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93" name="Google Shape;393;p40"/>
          <p:cNvSpPr txBox="1"/>
          <p:nvPr>
            <p:ph idx="19" type="title"/>
          </p:nvPr>
        </p:nvSpPr>
        <p:spPr>
          <a:xfrm>
            <a:off x="6775450" y="2292638"/>
            <a:ext cx="1994100" cy="579900"/>
          </a:xfrm>
          <a:prstGeom prst="rect">
            <a:avLst/>
          </a:prstGeom>
        </p:spPr>
        <p:txBody>
          <a:bodyPr anchorCtr="0" anchor="t" bIns="91425" lIns="137150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394" name="Google Shape;394;p40"/>
          <p:cNvSpPr txBox="1"/>
          <p:nvPr>
            <p:ph idx="20" type="subTitle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6" name="Google Shape;416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7" name="Google Shape;417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2" name="Google Shape;422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5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5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5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5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5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5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8" name="Google Shape;438;p5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6" name="Google Shape;446;p5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5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5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5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0" name="Google Shape;470;p5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3" name="Google Shape;473;p5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5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8" name="Google Shape;47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0" name="Google Shape;480;p5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5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6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6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54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48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56.xml"/><Relationship Id="rId4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38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972" y="2004050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61975" y="545850"/>
            <a:ext cx="53913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6227325" y="1527425"/>
            <a:ext cx="4361100" cy="24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pic>
        <p:nvPicPr>
          <p:cNvPr id="54" name="Google Shape;54;p13" title="calcul1.png"/>
          <p:cNvPicPr preferRelativeResize="0"/>
          <p:nvPr/>
        </p:nvPicPr>
        <p:blipFill rotWithShape="1">
          <a:blip r:embed="rId2">
            <a:alphaModFix/>
          </a:blip>
          <a:srcRect b="0" l="8671" r="8671" t="0"/>
          <a:stretch/>
        </p:blipFill>
        <p:spPr>
          <a:xfrm>
            <a:off x="6167672" y="116702"/>
            <a:ext cx="2976329" cy="15626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0" r:id="rId44"/>
    <p:sldLayoutId id="2147483701" r:id="rId45"/>
    <p:sldLayoutId id="2147483702" r:id="rId46"/>
    <p:sldLayoutId id="2147483703" r:id="rId47"/>
    <p:sldLayoutId id="2147483704" r:id="rId48"/>
    <p:sldLayoutId id="2147483705" r:id="rId49"/>
    <p:sldLayoutId id="2147483706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35">
          <p15:clr>
            <a:srgbClr val="E46962"/>
          </p15:clr>
        </p15:guide>
        <p15:guide id="5" pos="2921">
          <p15:clr>
            <a:srgbClr val="E46962"/>
          </p15:clr>
        </p15:guide>
        <p15:guide id="6" pos="1489">
          <p15:clr>
            <a:srgbClr val="E46962"/>
          </p15:clr>
        </p15:guide>
        <p15:guide id="7" pos="1575">
          <p15:clr>
            <a:srgbClr val="E46962"/>
          </p15:clr>
        </p15:guide>
        <p15:guide id="8" pos="4182">
          <p15:clr>
            <a:srgbClr val="E46962"/>
          </p15:clr>
        </p15:guide>
        <p15:guide id="9" pos="4268">
          <p15:clr>
            <a:srgbClr val="E46962"/>
          </p15:clr>
        </p15:guide>
        <p15:guide id="10" orient="horz" pos="2867">
          <p15:clr>
            <a:srgbClr val="E46962"/>
          </p15:clr>
        </p15:guide>
        <p15:guide id="11" orient="horz" pos="1135">
          <p15:clr>
            <a:srgbClr val="E46962"/>
          </p15:clr>
        </p15:guide>
        <p15:guide id="12" orient="horz" pos="1194">
          <p15:clr>
            <a:srgbClr val="E46962"/>
          </p15:clr>
        </p15:guide>
        <p15:guide id="13" orient="horz" pos="2043">
          <p15:clr>
            <a:srgbClr val="E46962"/>
          </p15:clr>
        </p15:guide>
        <p15:guide id="14" orient="horz" pos="2103">
          <p15:clr>
            <a:srgbClr val="E46962"/>
          </p15:clr>
        </p15:guide>
        <p15:guide id="15" pos="228">
          <p15:clr>
            <a:srgbClr val="E46962"/>
          </p15:clr>
        </p15:guide>
        <p15:guide id="16" orient="horz" pos="672">
          <p15:clr>
            <a:srgbClr val="E46962"/>
          </p15:clr>
        </p15:guide>
        <p15:guide id="17" orient="horz" pos="504">
          <p15:clr>
            <a:srgbClr val="E46962"/>
          </p15:clr>
        </p15:guide>
        <p15:guide id="18" orient="horz" pos="293">
          <p15:clr>
            <a:srgbClr val="E46962"/>
          </p15:clr>
        </p15:guide>
        <p15:guide id="19" orient="horz" pos="60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/>
          <p:nvPr>
            <p:ph idx="2" type="subTitle"/>
          </p:nvPr>
        </p:nvSpPr>
        <p:spPr>
          <a:xfrm>
            <a:off x="122350" y="4471875"/>
            <a:ext cx="8859600" cy="43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HEIG-VD - WEB   									               Jonatan PERRET  &amp;  Koray AKGUL</a:t>
            </a:r>
            <a:endParaRPr/>
          </a:p>
        </p:txBody>
      </p:sp>
      <p:pic>
        <p:nvPicPr>
          <p:cNvPr descr="slayta daha uyumlu havali bicimde olsun birde girisi slayti biraz effectif olsun" id="500" name="Google Shape;50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2225"/>
            <a:ext cx="9144000" cy="3427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1" name="Google Shape;50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 txBox="1"/>
          <p:nvPr>
            <p:ph idx="1" type="subTitle"/>
          </p:nvPr>
        </p:nvSpPr>
        <p:spPr>
          <a:xfrm>
            <a:off x="2191775" y="1801500"/>
            <a:ext cx="6698400" cy="196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Single-Page Application — aucun rechargement de page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Installation minimale via Node.js et npm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Physique et collisions développées sur mesure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63"/>
          <p:cNvSpPr txBox="1"/>
          <p:nvPr>
            <p:ph type="title"/>
          </p:nvPr>
        </p:nvSpPr>
        <p:spPr>
          <a:xfrm>
            <a:off x="1617900" y="62425"/>
            <a:ext cx="6698400" cy="66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Roboto"/>
                <a:ea typeface="Roboto"/>
                <a:cs typeface="Roboto"/>
                <a:sym typeface="Roboto"/>
              </a:rPr>
              <a:t>Jeu de Course Top-Down 2D</a:t>
            </a:r>
            <a:r>
              <a:rPr b="1" lang="en" sz="3200">
                <a:latin typeface="Arial"/>
                <a:ea typeface="Arial"/>
                <a:cs typeface="Arial"/>
                <a:sym typeface="Arial"/>
              </a:rPr>
              <a:t> </a:t>
            </a:r>
            <a:endParaRPr b="1" sz="32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8" name="Google Shape;508;p63"/>
          <p:cNvSpPr txBox="1"/>
          <p:nvPr>
            <p:ph idx="2" type="subTitle"/>
          </p:nvPr>
        </p:nvSpPr>
        <p:spPr>
          <a:xfrm>
            <a:off x="95275" y="3907375"/>
            <a:ext cx="8651700" cy="75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rPr b="1" lang="en" sz="2300">
                <a:latin typeface="Roboto"/>
                <a:ea typeface="Roboto"/>
                <a:cs typeface="Roboto"/>
                <a:sym typeface="Roboto"/>
              </a:rPr>
              <a:t>  Objectif :</a:t>
            </a:r>
            <a:r>
              <a:rPr lang="en" sz="2300">
                <a:latin typeface="Roboto"/>
                <a:ea typeface="Roboto"/>
                <a:cs typeface="Roboto"/>
                <a:sym typeface="Roboto"/>
              </a:rPr>
              <a:t> Compléter 3 tours le plus vite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9" name="Google Shape;50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3"/>
          <p:cNvSpPr txBox="1"/>
          <p:nvPr/>
        </p:nvSpPr>
        <p:spPr>
          <a:xfrm>
            <a:off x="114300" y="1099925"/>
            <a:ext cx="820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"100% Web — zéro backend,  jouable dans le navigateur."</a:t>
            </a:r>
            <a:endParaRPr sz="2400"/>
          </a:p>
        </p:txBody>
      </p:sp>
      <p:pic>
        <p:nvPicPr>
          <p:cNvPr id="511" name="Google Shape;51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75" y="1801475"/>
            <a:ext cx="2096500" cy="19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idx="1" type="subTitle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4"/>
          <p:cNvSpPr txBox="1"/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4"/>
          <p:cNvSpPr txBox="1"/>
          <p:nvPr>
            <p:ph idx="2" type="subTitle"/>
          </p:nvPr>
        </p:nvSpPr>
        <p:spPr>
          <a:xfrm>
            <a:off x="361975" y="632900"/>
            <a:ext cx="6276900" cy="226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chnologie Rôle Pourquoi ce choix ?&#10;Phaser 3 Moteur de jeu Léger, performant et spécialisé pour les jeux 2D dans le navigateur&#10;Vue 3 Interface utilisateur Réactivité, composants modernes et intégration simple avec Phaser&#10;TypeScript Langage principal Typage statique, réduction des erreurs et meilleure maintenabilité&#10;Web Audio API Gestion des sons API native du navigateur, aucun fichier audio externe requis&#10;Gamepad API Support manette Compatible avec les manettes sans bibliothèque supplémentaire&#10;Vite Build &amp; développement Démarrage rapide et compilation optimisée&#10;" id="519" name="Google Shape;51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350" y="75625"/>
            <a:ext cx="4052101" cy="49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5"/>
          <p:cNvSpPr txBox="1"/>
          <p:nvPr>
            <p:ph idx="1" type="subTitle"/>
          </p:nvPr>
        </p:nvSpPr>
        <p:spPr>
          <a:xfrm>
            <a:off x="361975" y="465625"/>
            <a:ext cx="4209900" cy="38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   ARCHITECTURE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BFBFBF"/>
              </a:solidFill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Communication via un store réactif partagé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Vue 3 gère l'interface (menu, résultats)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Phaser 3 gère la logique de jeu et la physique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526" name="Google Shape;52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65"/>
          <p:cNvSpPr txBox="1"/>
          <p:nvPr/>
        </p:nvSpPr>
        <p:spPr>
          <a:xfrm>
            <a:off x="3477225" y="1468950"/>
            <a:ext cx="567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6"/>
          <p:cNvSpPr txBox="1"/>
          <p:nvPr>
            <p:ph idx="2" type="subTitle"/>
          </p:nvPr>
        </p:nvSpPr>
        <p:spPr>
          <a:xfrm>
            <a:off x="878925" y="140100"/>
            <a:ext cx="4163100" cy="45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PHASER 3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66"/>
          <p:cNvSpPr txBox="1"/>
          <p:nvPr>
            <p:ph idx="3" type="body"/>
          </p:nvPr>
        </p:nvSpPr>
        <p:spPr>
          <a:xfrm>
            <a:off x="164575" y="3243900"/>
            <a:ext cx="4397400" cy="18996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1371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Browser-native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Scènes isolées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6"/>
          <p:cNvSpPr txBox="1"/>
          <p:nvPr>
            <p:ph type="title"/>
          </p:nvPr>
        </p:nvSpPr>
        <p:spPr>
          <a:xfrm>
            <a:off x="171825" y="890475"/>
            <a:ext cx="5064600" cy="22887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Moteur de jeu 2D open-source en JavaScript/TypeScript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Tourne nativement dans le navigateur via HTML5 Canvas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Aucune installation côté utilisateur</a:t>
            </a:r>
            <a:endParaRPr sz="3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5" name="Google Shape;53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425" y="653150"/>
            <a:ext cx="3707700" cy="20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6"/>
          <p:cNvSpPr txBox="1"/>
          <p:nvPr>
            <p:ph idx="3" type="body"/>
          </p:nvPr>
        </p:nvSpPr>
        <p:spPr>
          <a:xfrm>
            <a:off x="5172275" y="3615825"/>
            <a:ext cx="3678300" cy="16065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Pas de physique 3D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"/>
          <p:cNvSpPr txBox="1"/>
          <p:nvPr>
            <p:ph idx="2" type="subTitle"/>
          </p:nvPr>
        </p:nvSpPr>
        <p:spPr>
          <a:xfrm>
            <a:off x="1992825" y="346825"/>
            <a:ext cx="44289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PHASER 3 </a:t>
            </a:r>
            <a:r>
              <a:rPr b="1" lang="en" sz="2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— Camera Shake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400"/>
          </a:p>
        </p:txBody>
      </p:sp>
      <p:sp>
        <p:nvSpPr>
          <p:cNvPr id="543" name="Google Shape;543;p67"/>
          <p:cNvSpPr txBox="1"/>
          <p:nvPr>
            <p:ph idx="3" type="body"/>
          </p:nvPr>
        </p:nvSpPr>
        <p:spPr>
          <a:xfrm>
            <a:off x="3743875" y="2889650"/>
            <a:ext cx="5032800" cy="19467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Une seule ligne de code suffit pour un effet de collision immersif</a:t>
            </a:r>
            <a:endParaRPr sz="20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Améliore le "game feel" sans aucun asset supplémentaire</a:t>
            </a:r>
            <a:endParaRPr sz="20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7"/>
          <p:cNvSpPr txBox="1"/>
          <p:nvPr>
            <p:ph type="title"/>
          </p:nvPr>
        </p:nvSpPr>
        <p:spPr>
          <a:xfrm>
            <a:off x="242025" y="1362050"/>
            <a:ext cx="3735000" cy="31893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Dans Phaser,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la caméra est un objet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 à part entière</a:t>
            </a:r>
            <a:r>
              <a:rPr lang="en" sz="2500">
                <a:latin typeface="Roboto"/>
                <a:ea typeface="Roboto"/>
                <a:cs typeface="Roboto"/>
                <a:sym typeface="Roboto"/>
              </a:rPr>
              <a:t> 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— on peut lui appliquer des effets directement 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 shake, zoom, pan.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6550" y="1443362"/>
            <a:ext cx="3112400" cy="12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8"/>
          <p:cNvSpPr txBox="1"/>
          <p:nvPr>
            <p:ph idx="1" type="subTitle"/>
          </p:nvPr>
        </p:nvSpPr>
        <p:spPr>
          <a:xfrm>
            <a:off x="361975" y="898653"/>
            <a:ext cx="6591900" cy="2154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Vue 3 est un framework frontend léger.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Il est utilisé ici comme un orchestrateur d'état réactif.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 rôle est de piloter le cycle de vie de l'application (menus, pause, résultats) en dehors du canvas Phaser. </a:t>
            </a:r>
            <a:endParaRPr/>
          </a:p>
        </p:txBody>
      </p:sp>
      <p:sp>
        <p:nvSpPr>
          <p:cNvPr id="552" name="Google Shape;552;p68"/>
          <p:cNvSpPr txBox="1"/>
          <p:nvPr>
            <p:ph idx="2" type="subTitle"/>
          </p:nvPr>
        </p:nvSpPr>
        <p:spPr>
          <a:xfrm>
            <a:off x="1105250" y="369300"/>
            <a:ext cx="5476500" cy="5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          				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VUE 3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68"/>
          <p:cNvSpPr txBox="1"/>
          <p:nvPr>
            <p:ph idx="3" type="body"/>
          </p:nvPr>
        </p:nvSpPr>
        <p:spPr>
          <a:xfrm>
            <a:off x="4637525" y="3613175"/>
            <a:ext cx="4281900" cy="12669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C8C8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C8C8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C8C8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C8C8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C8C8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C8C8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C8C8C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rgbClr val="8C8C8C"/>
                </a:solidFill>
              </a:rPr>
              <a:t> </a:t>
            </a:r>
            <a:r>
              <a:rPr lang="en" sz="1600">
                <a:solidFill>
                  <a:schemeClr val="dk2"/>
                </a:solidFill>
              </a:rPr>
              <a:t>Intégration brute avec Phaser non triviale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 Nécessite un pont synchrone rigoureux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625" y="7150"/>
            <a:ext cx="1918369" cy="18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68"/>
          <p:cNvSpPr txBox="1"/>
          <p:nvPr/>
        </p:nvSpPr>
        <p:spPr>
          <a:xfrm flipH="1">
            <a:off x="91350" y="3710375"/>
            <a:ext cx="440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chivo"/>
              <a:buChar char="●"/>
            </a:pPr>
            <a:r>
              <a:rPr lang="en" sz="1600">
                <a:solidFill>
                  <a:srgbClr val="BFBFBF"/>
                </a:solidFill>
                <a:latin typeface="Archivo"/>
                <a:ea typeface="Archivo"/>
                <a:cs typeface="Archivo"/>
                <a:sym typeface="Archivo"/>
              </a:rPr>
              <a:t>Séparation claire entre UI et logique de jeu</a:t>
            </a:r>
            <a:endParaRPr sz="1600">
              <a:solidFill>
                <a:srgbClr val="BFBFB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chivo"/>
              <a:buChar char="●"/>
            </a:pPr>
            <a:r>
              <a:rPr lang="en" sz="1600">
                <a:solidFill>
                  <a:srgbClr val="BFBFBF"/>
                </a:solidFill>
                <a:latin typeface="Archivo"/>
                <a:ea typeface="Archivo"/>
                <a:cs typeface="Archivo"/>
                <a:sym typeface="Archivo"/>
              </a:rPr>
              <a:t>Architecture 100% légère, sans backend</a:t>
            </a:r>
            <a:endParaRPr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9"/>
          <p:cNvSpPr txBox="1"/>
          <p:nvPr>
            <p:ph idx="1" type="subTitle"/>
          </p:nvPr>
        </p:nvSpPr>
        <p:spPr>
          <a:xfrm>
            <a:off x="1205100" y="217725"/>
            <a:ext cx="7483800" cy="677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WEB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  AUDIO  API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69"/>
          <p:cNvSpPr txBox="1"/>
          <p:nvPr>
            <p:ph type="title"/>
          </p:nvPr>
        </p:nvSpPr>
        <p:spPr>
          <a:xfrm>
            <a:off x="313200" y="1008525"/>
            <a:ext cx="8375700" cy="27213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Aucun fichier audio — tous les sons sont générés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mathématiquement en JavaScript, directement dans le navigateur.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Sons implémentés 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Moteur          —  oscillateur sawtooth, fréquence varie selon la vitesse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Crissement   —  bruit blanc filtré (bandpass)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Collision       —   oscillateur sine avec décroissance rapide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Zéro fichier, zéro téléchargement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Contrôle total (fréquence, volume)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4" name="Google Shape;56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9"/>
          <p:cNvSpPr txBox="1"/>
          <p:nvPr/>
        </p:nvSpPr>
        <p:spPr>
          <a:xfrm>
            <a:off x="4740100" y="4212650"/>
            <a:ext cx="4258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Sons moins réalistes qu'un vrai fichier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0"/>
          <p:cNvSpPr txBox="1"/>
          <p:nvPr>
            <p:ph idx="1" type="subTitle"/>
          </p:nvPr>
        </p:nvSpPr>
        <p:spPr>
          <a:xfrm>
            <a:off x="3513800" y="217725"/>
            <a:ext cx="2977200" cy="677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191A1B"/>
                </a:highlight>
                <a:latin typeface="Arial"/>
                <a:ea typeface="Arial"/>
                <a:cs typeface="Arial"/>
                <a:sym typeface="Arial"/>
              </a:rPr>
              <a:t>GAMEPAD   API</a:t>
            </a:r>
            <a:r>
              <a:rPr lang="en" sz="2400">
                <a:highlight>
                  <a:srgbClr val="191A1B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70"/>
          <p:cNvSpPr txBox="1"/>
          <p:nvPr>
            <p:ph type="title"/>
          </p:nvPr>
        </p:nvSpPr>
        <p:spPr>
          <a:xfrm>
            <a:off x="337200" y="1066100"/>
            <a:ext cx="8375700" cy="28932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API native du navigateur — aucune librairie externe.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Roboto"/>
              <a:buChar char="-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Détection automatique à la connexion (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gamepadconnected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-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Lecture des axes analogiques (stick gauche)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-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Lecture des triggers analogiques (RT / LT)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-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Gestion de la </a:t>
            </a: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deadzone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 — zone morte pour éviter les dérives involontaires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300" y="3428750"/>
            <a:ext cx="2498951" cy="1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1"/>
          <p:cNvSpPr txBox="1"/>
          <p:nvPr>
            <p:ph idx="1" type="subTitle"/>
          </p:nvPr>
        </p:nvSpPr>
        <p:spPr>
          <a:xfrm>
            <a:off x="361975" y="800100"/>
            <a:ext cx="8367600" cy="2800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24252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242526"/>
                </a:highlight>
                <a:latin typeface="Roboto"/>
                <a:ea typeface="Roboto"/>
                <a:cs typeface="Roboto"/>
                <a:sym typeface="Roboto"/>
              </a:rPr>
              <a:t>Vite est un outil de build nouvelle génération </a:t>
            </a:r>
            <a:endParaRPr b="1"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FBFBF"/>
              </a:solidFill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Rôle dans notre projet 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●"/>
            </a:pPr>
            <a:r>
              <a:rPr lang="en" sz="1300">
                <a:solidFill>
                  <a:srgbClr val="8C8C8C"/>
                </a:solidFill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r>
              <a:rPr lang="en" sz="1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     → serveur local instantané</a:t>
            </a:r>
            <a:endParaRPr sz="14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●"/>
            </a:pPr>
            <a:r>
              <a:rPr lang="en" sz="1300">
                <a:solidFill>
                  <a:srgbClr val="8C8C8C"/>
                </a:solidFill>
                <a:latin typeface="Courier New"/>
                <a:ea typeface="Courier New"/>
                <a:cs typeface="Courier New"/>
                <a:sym typeface="Courier New"/>
              </a:rPr>
              <a:t>npm run build</a:t>
            </a:r>
            <a:r>
              <a:rPr lang="en" sz="1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 → build statique optimisé (</a:t>
            </a:r>
            <a:r>
              <a:rPr lang="en" sz="1300">
                <a:solidFill>
                  <a:srgbClr val="8C8C8C"/>
                </a:solidFill>
                <a:latin typeface="Courier New"/>
                <a:ea typeface="Courier New"/>
                <a:cs typeface="Courier New"/>
                <a:sym typeface="Courier New"/>
              </a:rPr>
              <a:t>dist/</a:t>
            </a:r>
            <a:r>
              <a:rPr lang="en" sz="1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4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Compatible Phaser + Vue dans un seul projet</a:t>
            </a:r>
            <a:endParaRPr sz="140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1"/>
          <p:cNvSpPr txBox="1"/>
          <p:nvPr>
            <p:ph idx="2" type="subTitle"/>
          </p:nvPr>
        </p:nvSpPr>
        <p:spPr>
          <a:xfrm>
            <a:off x="1175550" y="217725"/>
            <a:ext cx="46068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 Vite</a:t>
            </a:r>
            <a:endParaRPr b="1" sz="3000"/>
          </a:p>
        </p:txBody>
      </p:sp>
      <p:sp>
        <p:nvSpPr>
          <p:cNvPr id="581" name="Google Shape;581;p71"/>
          <p:cNvSpPr txBox="1"/>
          <p:nvPr>
            <p:ph idx="3" type="body"/>
          </p:nvPr>
        </p:nvSpPr>
        <p:spPr>
          <a:xfrm>
            <a:off x="361975" y="2947875"/>
            <a:ext cx="8566500" cy="1898700"/>
          </a:xfrm>
          <a:prstGeom prst="rect">
            <a:avLst/>
          </a:prstGeom>
        </p:spPr>
        <p:txBody>
          <a:bodyPr anchorCtr="0" anchor="b" bIns="0" lIns="0" spcFirstLastPara="1" rIns="0" wrap="square" tIns="137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Ce que ça nous a apporté :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Démarrage instantané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— utilise les modules natifs du navigateur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HMR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— modification du code → mise à jour immédiate sans recharger la page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5525" y="85425"/>
            <a:ext cx="3198475" cy="23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2"/>
          <p:cNvSpPr txBox="1"/>
          <p:nvPr>
            <p:ph idx="1" type="subTitle"/>
          </p:nvPr>
        </p:nvSpPr>
        <p:spPr>
          <a:xfrm>
            <a:off x="361975" y="539900"/>
            <a:ext cx="83676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TYPESCRIPT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0" name="Google Shape;590;p72"/>
          <p:cNvSpPr txBox="1"/>
          <p:nvPr>
            <p:ph type="title"/>
          </p:nvPr>
        </p:nvSpPr>
        <p:spPr>
          <a:xfrm>
            <a:off x="337200" y="1202829"/>
            <a:ext cx="8375700" cy="19677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Pourquoi on l'a utilisé :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Projet multi-fichiers à deux développeurs — le typage évite les erreurs d'interface entre fichiers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Autocomplétion et détection d'erreurs directement dans l'éditeur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Compilé en JavaScript standard — aucun impact sur le navigateur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1" name="Google Shape;59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2"/>
          <p:cNvSpPr txBox="1"/>
          <p:nvPr/>
        </p:nvSpPr>
        <p:spPr>
          <a:xfrm>
            <a:off x="519425" y="3170525"/>
            <a:ext cx="802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82600" marR="1905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highlight>
                  <a:srgbClr val="191A1B"/>
                </a:highlight>
                <a:latin typeface="Roboto"/>
                <a:ea typeface="Roboto"/>
                <a:cs typeface="Roboto"/>
                <a:sym typeface="Roboto"/>
              </a:rPr>
              <a:t>Ce qu'on a appris :</a:t>
            </a:r>
            <a:endParaRPr b="1" sz="1700">
              <a:solidFill>
                <a:schemeClr val="dk1"/>
              </a:solidFill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863600" marR="5715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highlight>
                  <a:srgbClr val="242526"/>
                </a:highlight>
                <a:latin typeface="Roboto"/>
                <a:ea typeface="Roboto"/>
                <a:cs typeface="Roboto"/>
                <a:sym typeface="Roboto"/>
              </a:rPr>
              <a:t>"Sans TypeScript,   passer un mauvais paramètre entre Phaser et Vue ne serait détecté qu'à l'exécution. </a:t>
            </a:r>
            <a:endParaRPr i="1" sz="1700">
              <a:solidFill>
                <a:schemeClr val="dk1"/>
              </a:solidFill>
              <a:highlight>
                <a:srgbClr val="242526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863600" marR="5715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highlight>
                  <a:srgbClr val="242526"/>
                </a:highlight>
                <a:latin typeface="Roboto"/>
                <a:ea typeface="Roboto"/>
                <a:cs typeface="Roboto"/>
                <a:sym typeface="Roboto"/>
              </a:rPr>
              <a:t>Avec TypeScript,  l'erreur apparaît à la compilation."</a:t>
            </a:r>
            <a:endParaRPr sz="1700">
              <a:solidFill>
                <a:schemeClr val="dk1"/>
              </a:solidFill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3"/>
          <p:cNvSpPr txBox="1"/>
          <p:nvPr>
            <p:ph idx="2" type="subTitle"/>
          </p:nvPr>
        </p:nvSpPr>
        <p:spPr>
          <a:xfrm>
            <a:off x="1136875" y="147600"/>
            <a:ext cx="75759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 Défis Techniques Rencontrés</a:t>
            </a:r>
            <a:r>
              <a:rPr b="1"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000"/>
          </a:p>
        </p:txBody>
      </p:sp>
      <p:sp>
        <p:nvSpPr>
          <p:cNvPr id="598" name="Google Shape;598;p73"/>
          <p:cNvSpPr txBox="1"/>
          <p:nvPr>
            <p:ph type="title"/>
          </p:nvPr>
        </p:nvSpPr>
        <p:spPr>
          <a:xfrm>
            <a:off x="337200" y="700750"/>
            <a:ext cx="8375700" cy="41457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1. Synchronisation Vue ↔ Phaser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Défi : faire communiquer l'UI et le moteur de jeu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Solution : store réactif partagé (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reactive()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2. Physique de collision elliptique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Défi : détecter les collisions sur une piste ovale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Solution : calcul du gradient de l'ellipse → normale au point d'impact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3. Gestion des checkpoints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Défi : empêcher la validation incorrecte des tours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Solution : checkpoints validés dans un ordre séquentiel strict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4. Support clavier &amp; manette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Défi : gérer deux modes de contrôle sans conflit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Solution : lecture séparée avec priorité manette + gestion de la deadzone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9" name="Google Shape;59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50" y="1362300"/>
            <a:ext cx="4603124" cy="297869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4"/>
          <p:cNvSpPr txBox="1"/>
          <p:nvPr>
            <p:ph type="title"/>
          </p:nvPr>
        </p:nvSpPr>
        <p:spPr>
          <a:xfrm>
            <a:off x="242900" y="245950"/>
            <a:ext cx="8375700" cy="1207200"/>
          </a:xfrm>
          <a:prstGeom prst="rect">
            <a:avLst/>
          </a:prstGeom>
        </p:spPr>
        <p:txBody>
          <a:bodyPr anchorCtr="0" anchor="t" bIns="137150" lIns="0" spcFirstLastPara="1" rIns="0" wrap="square" tIns="0">
            <a:no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   DEMO</a:t>
            </a:r>
            <a:endParaRPr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6" name="Google Shape;60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75"/>
          <p:cNvSpPr txBox="1"/>
          <p:nvPr>
            <p:ph type="title"/>
          </p:nvPr>
        </p:nvSpPr>
        <p:spPr>
          <a:xfrm>
            <a:off x="1290100" y="800101"/>
            <a:ext cx="6421800" cy="354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Merci</a:t>
            </a:r>
            <a:endParaRPr sz="9600"/>
          </a:p>
        </p:txBody>
      </p:sp>
      <p:pic>
        <p:nvPicPr>
          <p:cNvPr id="613" name="Google Shape;61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4425" cy="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FFFFF"/>
      </a:dk1>
      <a:lt1>
        <a:srgbClr val="2C2C2E"/>
      </a:lt1>
      <a:dk2>
        <a:srgbClr val="B5B5B7"/>
      </a:dk2>
      <a:lt2>
        <a:srgbClr val="D6DEE6"/>
      </a:lt2>
      <a:accent1>
        <a:srgbClr val="0141FA"/>
      </a:accent1>
      <a:accent2>
        <a:srgbClr val="0B67FF"/>
      </a:accent2>
      <a:accent3>
        <a:srgbClr val="3E319E"/>
      </a:accent3>
      <a:accent4>
        <a:srgbClr val="5920CA"/>
      </a:accent4>
      <a:accent5>
        <a:srgbClr val="9900FF"/>
      </a:accent5>
      <a:accent6>
        <a:srgbClr val="3C4043"/>
      </a:accent6>
      <a:hlink>
        <a:srgbClr val="B5B5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